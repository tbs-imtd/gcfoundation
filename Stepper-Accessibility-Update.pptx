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868680"/>
            <a:ext cx="146304" cy="4389120"/>
          </a:xfrm>
          <a:prstGeom prst="rect">
            <a:avLst/>
          </a:prstGeom>
          <a:solidFill>
            <a:srgbClr val="2D6A73"/>
          </a:solidFill>
          <a:ln w="12700">
            <a:solidFill>
              <a:srgbClr val="2D6A7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09728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Stepper Accessibility Improvements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87552" y="2057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GCFoundation | Stepper component, demo page, localization, guidance, and tests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8803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B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3182112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 focused on making the stepper understandable to screen readers, preserving progress state in the demo, documenting skipped-step guidance, and validating the updated markup in tests.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87552" y="4892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F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 synced to origin at commit d91964a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38360" y="64190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GCFoundation stepper update |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improved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goals for the stepper update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EEF3F7"/>
          </a:solidFill>
          <a:ln w="12700">
            <a:solidFill>
              <a:srgbClr val="2E5B88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53896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506577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multi-step progress understandable without relying on color, icons, or visual position alone. Screen readers should hear what step is current, completed, or upcoming.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32588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EEF3F7"/>
          </a:solidFill>
          <a:ln w="12700">
            <a:solidFill>
              <a:srgbClr val="2E5B88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45352" y="1453896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handling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45352" y="1783080"/>
            <a:ext cx="506577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demo bound to posted model state so validation errors and next/previous navigation do not reset the user context.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" y="361188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EEF3F7"/>
          </a:solidFill>
          <a:ln w="12700">
            <a:solidFill>
              <a:srgbClr val="2E5B88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39896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069080"/>
            <a:ext cx="506577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how to represent skipped or not-required steps, including visible badges, accessible labels, and expected non-interactive behavior.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361188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EEF3F7"/>
          </a:solidFill>
          <a:ln w="12700">
            <a:solidFill>
              <a:srgbClr val="2E5B88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3739896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45352" y="4069080"/>
            <a:ext cx="506577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focused stepper tests to assert the semantic progress markup and the screen-reader-only status text generated by the component.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38360" y="64190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GCFoundation stepper update |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accessibility changes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in the shared stepper component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521208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Added a live announcement for the current step: Step X of Y plus the step label.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Rendered the stepper as a labeled progress navigation using nav plus an ordered list.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Marked the active step with aria-current="step".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Added hidden status text so current, completed, and upcoming states are announced.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Marked decorative circles and icons as aria-hidden="true".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172200" y="1325880"/>
            <a:ext cx="5303520" cy="4709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Stopped rendering the current step as a link to avoid confusing keyboard and screen-reader users.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Filtered out hidden or unlabeled steps so the announced counts match the visible UI.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Clamped invalid current-step values so the component stays usable even with bad input.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Preserved caller-provided HTML in status badges so SR-only helper text can be embedded when needed.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5897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B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file: GCFoundation.Components/TagHelpers/FDCP/FDCPStepperTagHelper.cs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38360" y="64190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GCFoundation stepper update |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Demo, localization, and guidance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changes around the component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521208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Bound the demo page stepper to Model.CurrentStep so validation errors do not reset progress.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Round-tripped CurrentStep through a hidden field and added next/previous handling in the controller.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Kept labeled inputs, checkboxes, select fields, and the error summary in the demo flow.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Added SR-only wording to the Not required badge example so skipped steps are meaningful when read aloud.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172200" y="1325880"/>
            <a:ext cx="5303520" cy="4754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Added English and French resource strings for the step announcement and status text.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Updated the stepper SCSS to support the semantic list structure and responsive layout.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Expanded component guidance to cover skipped-step labels, notices, and non-interactive behavior.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Kept sample snippets aligned with the live examples for easier reuse by other developers.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738360" y="64190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GCFoundation stepper update |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 changed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Grouped by purpose for presentation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5212080" cy="1417320"/>
          </a:xfrm>
          <a:prstGeom prst="roundRect">
            <a:avLst>
              <a:gd name="adj" fmla="val 3871"/>
            </a:avLst>
          </a:prstGeom>
          <a:solidFill>
            <a:srgbClr val="EEF3F7"/>
          </a:solidFill>
          <a:ln w="12700">
            <a:solidFill>
              <a:srgbClr val="2E5B88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53896"/>
            <a:ext cx="4882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logic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48828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GCFoundation.Components/TagHelpers/FDCP/FDCPStepperTagHelper.cs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GCFoundation.Components/TagHelpers/GCDS/StepperTagHelper.cs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32588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EEF3F7"/>
          </a:solidFill>
          <a:ln w="12700">
            <a:solidFill>
              <a:srgbClr val="2E5B88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6792" y="1453896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Resources and styling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36792" y="1783080"/>
            <a:ext cx="502005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GCFoundation.Components/Resources/Stepper.resx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GCFoundation.Components/Resources/Stepper.fr.resx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GCFoundation.Components/Resources/Stepper.Designer.cs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GCFoundation.Components/wwwroot/src/scss/components/_fdcp-stepper.scss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" y="3063240"/>
            <a:ext cx="5212080" cy="1737360"/>
          </a:xfrm>
          <a:prstGeom prst="roundRect">
            <a:avLst>
              <a:gd name="adj" fmla="val 3158"/>
            </a:avLst>
          </a:prstGeom>
          <a:solidFill>
            <a:srgbClr val="EEF3F7"/>
          </a:solidFill>
          <a:ln w="12700">
            <a:solidFill>
              <a:srgbClr val="2E5B88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91256"/>
            <a:ext cx="4882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wiring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488289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GCFoundation.Web/Views/Template/Stepper/Demo.cshtml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GCFoundation.Web/Controllers/TemplateController.cs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GCFoundation.Web/Models/Template/TemplateStepperFormViewModel.cs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EEF3F7"/>
          </a:solidFill>
          <a:ln w="12700">
            <a:solidFill>
              <a:srgbClr val="2E5B88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3191256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 and examples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36792" y="3520440"/>
            <a:ext cx="502005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GCFoundation.Web/Views/Components/Stepper/_WithStatus.cshtml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GCFoundation.Web/Controllers/ComponentsController.cs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GCFoundation.Web/Resources/Components.resx and Components.fr.resx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GCFoundation.Web/Views/Components/_Guidance.cshtml and _Notes.cshtml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" y="5120640"/>
            <a:ext cx="10972800" cy="822960"/>
          </a:xfrm>
          <a:prstGeom prst="roundRect">
            <a:avLst>
              <a:gd name="adj" fmla="val 6667"/>
            </a:avLst>
          </a:prstGeom>
          <a:solidFill>
            <a:srgbClr val="EEF3F7"/>
          </a:solidFill>
          <a:ln w="12700">
            <a:solidFill>
              <a:srgbClr val="2E5B88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248656"/>
            <a:ext cx="10643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5577840"/>
            <a:ext cx="10643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GCFoundation.Tests.Components/Tests/TagHelpers/FDCP/FDCPStepperTagHelperTests.cs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738360" y="64190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GCFoundation stepper update |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and delivery status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was confirmed and what remains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5303520" cy="1920240"/>
          </a:xfrm>
          <a:prstGeom prst="roundRect">
            <a:avLst>
              <a:gd name="adj" fmla="val 2857"/>
            </a:avLst>
          </a:prstGeom>
          <a:solidFill>
            <a:srgbClr val="EEF3F7"/>
          </a:solidFill>
          <a:ln w="12700">
            <a:solidFill>
              <a:srgbClr val="2E5B88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53896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497433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stepper demo runs locally and renders the updated semantic markup.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branch was pushed successfully.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extend-a11y is synced with origin/extend-a11y at commit d91964a.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325880"/>
            <a:ext cx="5303520" cy="1920240"/>
          </a:xfrm>
          <a:prstGeom prst="roundRect">
            <a:avLst>
              <a:gd name="adj" fmla="val 2857"/>
            </a:avLst>
          </a:prstGeom>
          <a:solidFill>
            <a:srgbClr val="EEF3F7"/>
          </a:solidFill>
          <a:ln w="12700">
            <a:solidFill>
              <a:srgbClr val="2E5B88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6792" y="1453896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result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36792" y="1783080"/>
            <a:ext cx="497433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focused test command completed restore and build successfully after the local server was stopped.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assets were rebuilt as part of the normal build pipeline.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" y="3657600"/>
            <a:ext cx="10972800" cy="164592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 w="12700">
            <a:solidFill>
              <a:srgbClr val="2E5B88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85616"/>
            <a:ext cx="10643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issue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114800"/>
            <a:ext cx="106436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xUnit host executable did not launch on this machine.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 returned Access is denied when starting GCFoundation.Tests.Components.exe.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an environment execution issue, not a compile failure in the stepper changes.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5669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next step: resolve the local test-host permission issue, then rerun the focused stepper tests.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738360" y="64190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GCFoundation stepper update |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Appendix: exact file list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Implementation, docs, samples, and tests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1325880"/>
            <a:ext cx="5303520" cy="5120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GCFoundation.Components/TagHelpers/FDCP/FDCPStepperTagHelper.cs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GCFoundation.Components/TagHelpers/GCDS/StepperTagHelper.cs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GCFoundation.Components/Resources/Stepper.resx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GCFoundation.Components/Resources/Stepper.fr.resx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GCFoundation.Components/Resources/Stepper.Designer.cs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GCFoundation.Components/wwwroot/src/scss/components/_fdcp-stepper.scss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GCFoundation.Web/Views/Template/Stepper/Demo.cshtml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GCFoundation.Web/Controllers/TemplateController.cs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GCFoundation.Web/Models/Template/TemplateStepperFormViewModel.cs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72200" y="1325880"/>
            <a:ext cx="5349240" cy="5394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GCFoundation.Web/Views/Components/Stepper/_WithStatus.cshtml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GCFoundation.Web/Controllers/ComponentsController.cs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GCFoundation.Web/Resources/Components.resx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GCFoundation.Web/Resources/Components.fr.resx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GCFoundation.Web/Resources/Components.Designer.cs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GCFoundation.Web/Views/Components/_Guidance.cshtml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GCFoundation.Web/Views/Components/_Notes.cshtml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GCFoundation.Web/Views/Components/Stepper/_Basic.cshtml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GCFoundation.Web/Views/Components/Stepper/_WithIcons.cshtml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GCFoundation.Web/Views/Components/Stepper/_WithLinks.cshtml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GCFoundation.Tests.Components/Tests/TagHelpers/FDCP/FDCPStepperTagHelperTests.cs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738360" y="64190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GCFoundation stepper update |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GCFoundation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GCFoundation Stepper Accessibility Update</dc:title>
  <dc:subject>Stepper accessibility improvements</dc:subject>
  <dc:creator>Cursor</dc:creator>
  <cp:lastModifiedBy>Cursor</cp:lastModifiedBy>
  <cp:revision>1</cp:revision>
  <dcterms:created xsi:type="dcterms:W3CDTF">2026-05-12T19:46:37Z</dcterms:created>
  <dcterms:modified xsi:type="dcterms:W3CDTF">2026-05-12T19:46:37Z</dcterms:modified>
</cp:coreProperties>
</file>